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27608365-4FB3-4394-B861-7A71992BACD5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C09A1-1981-6A0F-D125-2782C43AC7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366248-01B0-D56A-1716-20F31514BC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ED754-C3B8-1CDC-4681-6C3C6F84D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7B3D3-39B4-4E8F-9A3D-5B6AB94A8DBA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A7FEA-28E2-CCA5-C9F4-290967A7B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25E4F-DC60-655F-ED28-B3C03083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04F58-26DA-4C69-A331-0840658520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6681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8251D-2C74-4932-BC2B-B99D51B6A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34E6A-A978-B909-D39D-8DE3B29E9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D935D-6905-BADA-DC83-7C44CBF95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7B3D3-39B4-4E8F-9A3D-5B6AB94A8DBA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3626D-669A-1068-F30D-703F22661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2F093-DCC3-57AB-FE54-FF2C15382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04F58-26DA-4C69-A331-0840658520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9955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E6194-4077-9EBC-A8EA-F25F77D09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3E523-2A3D-EB63-8C4F-1B152C6E0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01315-90D0-8CC1-9750-336EF1EAF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7B3D3-39B4-4E8F-9A3D-5B6AB94A8DBA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1DFF0-B450-D1E1-E5BD-762EC348D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EF075-FC3A-3AF0-94DC-C34BBC62F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04F58-26DA-4C69-A331-0840658520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7086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C67EC-50A6-9159-0F21-87974502C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D8376-F200-8BAA-C0AF-D1E7C22EA5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2EB13F-0438-C046-9C48-535F51630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1AFA7E-0BA7-EA1B-50FA-5AF0D792D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7B3D3-39B4-4E8F-9A3D-5B6AB94A8DBA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30E3A1-82E8-5910-9C0C-B235E8183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92E13C-3321-CB75-39A3-6464E080C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04F58-26DA-4C69-A331-0840658520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681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78C74-4D82-2A28-F860-32D412DDE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C0A38-698B-7287-1C7C-B5B6BB5C7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801801-F9F3-8B37-C765-88D46D41E0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F7DF09-6695-30B8-1C5F-93EC5F5638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658A16-5766-CA1D-FA5A-A180ABE6A9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A25C92-F0A6-5141-02BF-B708E8508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7B3D3-39B4-4E8F-9A3D-5B6AB94A8DBA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59D119-E47F-4354-D125-01985751A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B4CD4-22E2-64B9-2133-2C747CF64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04F58-26DA-4C69-A331-0840658520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408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2E32C-8972-718A-6847-39E51AA75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E203ED-5317-5C1B-A96F-9AA39DD2A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7B3D3-39B4-4E8F-9A3D-5B6AB94A8DBA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6FBD73-360C-9A78-73B3-C1672FFCB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EA083A-6F72-4EAC-970E-15ECC68F2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04F58-26DA-4C69-A331-0840658520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6481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9B7C25-5AC6-C8BE-FA8A-65A781B9C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7B3D3-39B4-4E8F-9A3D-5B6AB94A8DBA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118BBA-D2CA-F927-DF45-D95B03AD3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8A860-1480-609C-0343-EB7C93DB6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04F58-26DA-4C69-A331-0840658520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181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5E121-9449-F88D-6AC7-A9D32F464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16E46-CE0F-ACFE-8EA4-BAF947F0F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2F9763-00DE-9062-1FE8-938B3411C2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7E032C-61BA-8A62-1F91-5378A5981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7B3D3-39B4-4E8F-9A3D-5B6AB94A8DBA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62CF2-8E27-74F5-A38A-8657C3CAB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6F5C7E-CFA2-1253-9F57-6A1DCAC99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04F58-26DA-4C69-A331-0840658520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226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C0574-4FDD-C457-86EA-F4097ED0E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13C0FE-2440-D17F-01D9-996E4563B9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3CD85F-393E-8507-3592-113CDF1FB4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F95469-32FE-4CD0-E411-59763F194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7B3D3-39B4-4E8F-9A3D-5B6AB94A8DBA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48B38F-120E-414E-F53D-033E1751C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3030C-B60F-9FCD-F340-340D46987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04F58-26DA-4C69-A331-0840658520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948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CAB1F-FF4B-11E0-4276-946A9F495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9AEE08-8395-2A4A-6504-EADBC99C0C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DD8A6-67E5-50AC-7B03-5E0429E98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7B3D3-39B4-4E8F-9A3D-5B6AB94A8DBA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49DC2-DE90-9265-4229-9A333768A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D8334-8686-C8C4-351A-F15CD5E39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04F58-26DA-4C69-A331-0840658520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287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170ECA-AD93-5A55-20DF-ECED339C98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83E994-4B17-F9F9-49BC-57F0079720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F4334-7AA3-889B-A7A3-FBE40C51F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7B3D3-39B4-4E8F-9A3D-5B6AB94A8DBA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2539D-CDBE-A74C-875F-CE19A2C17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940DC-0563-5A84-ECCC-3021D903C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04F58-26DA-4C69-A331-0840658520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915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C91298-FC6F-DED8-1530-2A3BABBE6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750EBE-F0F5-01FA-0B45-A62AB2A7D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67F23-77FB-74F8-B0E9-C52D7ED088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7B3D3-39B4-4E8F-9A3D-5B6AB94A8DBA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475F35-7296-301C-FDEC-6F71D0C635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5A792-2BE0-BB41-C744-6EBA238DC6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704F58-26DA-4C69-A331-0840658520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296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18773F-0A8A-517E-5B34-954DD6BE5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3630" y="237109"/>
            <a:ext cx="7444740" cy="969899"/>
          </a:xfrm>
        </p:spPr>
        <p:txBody>
          <a:bodyPr>
            <a:normAutofit/>
          </a:bodyPr>
          <a:lstStyle/>
          <a:p>
            <a:r>
              <a:rPr 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SHRI RAMSWAROOP MEMORIAL UNIVERSITY</a:t>
            </a:r>
            <a:endParaRPr lang="en-I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Content Placeholder 6">
            <a:extLst>
              <a:ext uri="{FF2B5EF4-FFF2-40B4-BE49-F238E27FC236}">
                <a16:creationId xmlns:a16="http://schemas.microsoft.com/office/drawing/2014/main" id="{F32BED8D-5975-8112-0FCC-1FB96F9725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490" y="968312"/>
            <a:ext cx="1557020" cy="147157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A682AA4-DBB3-841B-46D6-944764573F6A}"/>
              </a:ext>
            </a:extLst>
          </p:cNvPr>
          <p:cNvSpPr txBox="1"/>
          <p:nvPr/>
        </p:nvSpPr>
        <p:spPr>
          <a:xfrm>
            <a:off x="2373630" y="4147710"/>
            <a:ext cx="29438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SUBMITTED BY </a:t>
            </a:r>
            <a:r>
              <a:rPr lang="en-US" dirty="0"/>
              <a:t>–</a:t>
            </a:r>
          </a:p>
          <a:p>
            <a:r>
              <a:rPr lang="en-US" b="1" dirty="0"/>
              <a:t>RINKU VISHWAKARMA </a:t>
            </a:r>
          </a:p>
          <a:p>
            <a:r>
              <a:rPr lang="en-IN" b="1" dirty="0"/>
              <a:t>202410101150193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725DB3-A428-DF1D-97AA-4EF4F5AB9C94}"/>
              </a:ext>
            </a:extLst>
          </p:cNvPr>
          <p:cNvSpPr txBox="1"/>
          <p:nvPr/>
        </p:nvSpPr>
        <p:spPr>
          <a:xfrm>
            <a:off x="5317490" y="2596896"/>
            <a:ext cx="25524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PRESENTATION</a:t>
            </a:r>
            <a:endParaRPr lang="en-IN" sz="20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C5D659-6F24-8E7D-B276-80D690A3D6C5}"/>
              </a:ext>
            </a:extLst>
          </p:cNvPr>
          <p:cNvSpPr txBox="1"/>
          <p:nvPr/>
        </p:nvSpPr>
        <p:spPr>
          <a:xfrm>
            <a:off x="3791077" y="2997006"/>
            <a:ext cx="5605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TOPIC- </a:t>
            </a:r>
            <a:r>
              <a:rPr lang="en-US" dirty="0"/>
              <a:t>ARITHMETIC LOGIC UNIT SIMULATOR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7704F7-71C1-4B07-2288-D5E69D6902EC}"/>
              </a:ext>
            </a:extLst>
          </p:cNvPr>
          <p:cNvSpPr txBox="1"/>
          <p:nvPr/>
        </p:nvSpPr>
        <p:spPr>
          <a:xfrm>
            <a:off x="6373368" y="4140673"/>
            <a:ext cx="3255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SUBMITTED</a:t>
            </a:r>
            <a:r>
              <a:rPr lang="en-US" dirty="0"/>
              <a:t> </a:t>
            </a:r>
            <a:r>
              <a:rPr lang="en-US" b="1" dirty="0"/>
              <a:t>TO</a:t>
            </a:r>
            <a:r>
              <a:rPr lang="en-US" dirty="0"/>
              <a:t> –</a:t>
            </a:r>
          </a:p>
          <a:p>
            <a:r>
              <a:rPr lang="en-US" b="1" dirty="0"/>
              <a:t>Dr. AKHILESH KUMAR GUPTA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646380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7879E-F0D8-C25A-FFAE-CDB11ACA7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u="sng" dirty="0"/>
              <a:t>INTRODUCTION</a:t>
            </a:r>
            <a:endParaRPr lang="en-IN" sz="4000" u="sng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9C689FC-E31D-E342-603A-D6BFDF6EA2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1312" y="1963377"/>
            <a:ext cx="6385560" cy="37251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Computers work using binary system (0 and 1) </a:t>
            </a:r>
          </a:p>
          <a:p>
            <a:r>
              <a:rPr lang="en-US" sz="2400" dirty="0"/>
              <a:t>All data and instructions are processed in binary form </a:t>
            </a:r>
          </a:p>
          <a:p>
            <a:r>
              <a:rPr lang="en-US" sz="2400" dirty="0"/>
              <a:t>Arithmetic operations are used for calculations </a:t>
            </a:r>
          </a:p>
          <a:p>
            <a:r>
              <a:rPr lang="en-US" sz="2400" dirty="0"/>
              <a:t>Logical operations are used for decision making </a:t>
            </a:r>
          </a:p>
          <a:p>
            <a:r>
              <a:rPr lang="en-US" sz="2400" dirty="0"/>
              <a:t>These operations are important for computer processing </a:t>
            </a:r>
          </a:p>
          <a:p>
            <a:r>
              <a:rPr lang="en-US" sz="2400" dirty="0"/>
              <a:t>This project performs basic binary arithmetic and logical operations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316278-73FD-C716-5AFA-717DFF8313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2441" y="0"/>
            <a:ext cx="45295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579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F41C8-B43D-9F0E-D70B-55267685B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76429-6B7D-9AF3-29AF-540B62CFA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82951"/>
          </a:xfrm>
        </p:spPr>
        <p:txBody>
          <a:bodyPr>
            <a:normAutofit/>
          </a:bodyPr>
          <a:lstStyle/>
          <a:p>
            <a:r>
              <a:rPr lang="en-US" sz="2000" dirty="0"/>
              <a:t>To understand binary number system </a:t>
            </a:r>
          </a:p>
          <a:p>
            <a:r>
              <a:rPr lang="en-US" sz="2000" dirty="0"/>
              <a:t>To perform arithmetic operations like addition and subtraction </a:t>
            </a:r>
          </a:p>
          <a:p>
            <a:r>
              <a:rPr lang="en-US" sz="2000" dirty="0"/>
              <a:t>To perform logical operations like AND, OR, XOR, NOT </a:t>
            </a:r>
          </a:p>
          <a:p>
            <a:r>
              <a:rPr lang="en-US" sz="2000" dirty="0"/>
              <a:t>To take input from user and process it </a:t>
            </a:r>
          </a:p>
          <a:p>
            <a:r>
              <a:rPr lang="en-US" sz="2000" dirty="0"/>
              <a:t>To display correct output </a:t>
            </a:r>
          </a:p>
          <a:p>
            <a:r>
              <a:rPr lang="en-US" sz="2000" dirty="0"/>
              <a:t>To understand basic working of computer operations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E72268-22B0-7467-6B55-E1CA538434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7952" y="612648"/>
            <a:ext cx="4008120" cy="4599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937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DBF49-C2BD-2EB5-1F95-0445F318C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u="sng" dirty="0"/>
              <a:t>CONCEPTS USED</a:t>
            </a:r>
            <a:endParaRPr lang="en-IN" sz="4000" u="sn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4F39C0-2A78-7960-89C4-8391FD76A2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480" y="0"/>
            <a:ext cx="3779520" cy="6858000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1C47AC50-6E72-2A62-1364-1AF91E2F5F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8328" y="1564488"/>
            <a:ext cx="716889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Binary Number System (0 and 1)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Decimal Number System (0–9)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Arithmetic Operations (Addition, Subtraction)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Logical Operations (AND, OR, XOR, NOT)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and Output operations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Basic programming logic </a:t>
            </a:r>
          </a:p>
        </p:txBody>
      </p:sp>
    </p:spTree>
    <p:extLst>
      <p:ext uri="{BB962C8B-B14F-4D97-AF65-F5344CB8AC3E}">
        <p14:creationId xmlns:p14="http://schemas.microsoft.com/office/powerpoint/2010/main" val="297936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548E7-C8FD-4288-9EB0-5DF278F22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u="sng" dirty="0"/>
              <a:t>ARITHMETIC OPERATIONS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FE4110-9A2B-CD9E-E43E-981DC6308C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6680" y="768415"/>
            <a:ext cx="4465320" cy="5167312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2D3C3257-14A3-C5C9-7EA8-729443E5F3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4360" y="1586147"/>
            <a:ext cx="7004303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Arithmetic operations are basic mathematical calculations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for performing addition and subtraction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in processing numerical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Performed inside the CPU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10 + 5 = 15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10 - 5 = 5 </a:t>
            </a:r>
          </a:p>
        </p:txBody>
      </p:sp>
    </p:spTree>
    <p:extLst>
      <p:ext uri="{BB962C8B-B14F-4D97-AF65-F5344CB8AC3E}">
        <p14:creationId xmlns:p14="http://schemas.microsoft.com/office/powerpoint/2010/main" val="2559213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478A6-8D1F-95BF-D343-ECDA32499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u="sng" dirty="0"/>
              <a:t>LOGICAL OPERATIONS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FD8C1A-A87D-0326-F007-8CEDC68987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4056" y="1457325"/>
            <a:ext cx="3228975" cy="3943350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E7131F74-0868-E167-06EF-086D80023D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1515" y="1827893"/>
            <a:ext cx="6583997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Logical operations are used for decision making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operation gives 1 only when both inputs are 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 operation gives 1 if any one input is 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XOR operation gives 1 when inputs are different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operation reverses the input value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in digital circuits and computer systems </a:t>
            </a:r>
          </a:p>
        </p:txBody>
      </p:sp>
    </p:spTree>
    <p:extLst>
      <p:ext uri="{BB962C8B-B14F-4D97-AF65-F5344CB8AC3E}">
        <p14:creationId xmlns:p14="http://schemas.microsoft.com/office/powerpoint/2010/main" val="685800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040BB-4D2D-76D1-9B90-1FA6CD2B6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u="sng" dirty="0"/>
              <a:t>BINARY CONVERSION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509D2A-43E6-74BF-69EE-067F9B1A51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4080" y="1414462"/>
            <a:ext cx="3381375" cy="4486275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5E27914C-ED28-921E-EBF7-2E491408F0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80624"/>
            <a:ext cx="6749716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Binary conversion is used to change numbers between decimal and binary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Decimal numbers use digits from 0 to 9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Binary numbers use only 0 and 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Decimal to binary conversion is used for processing in computer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Binary to decimal conversion is used for understanding output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10 → 1010 and 1010 → 10 </a:t>
            </a:r>
          </a:p>
        </p:txBody>
      </p:sp>
    </p:spTree>
    <p:extLst>
      <p:ext uri="{BB962C8B-B14F-4D97-AF65-F5344CB8AC3E}">
        <p14:creationId xmlns:p14="http://schemas.microsoft.com/office/powerpoint/2010/main" val="3721864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8F0C3-8AE0-B461-A2F1-3819E19F8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u="sng" dirty="0"/>
              <a:t>WORKING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A6501F-F1D0-E212-B152-9C7646CA29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6756" y="0"/>
            <a:ext cx="3715244" cy="6858000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21C3C8C8-710E-2F64-4C39-8EFB282171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5650" y="1829158"/>
            <a:ext cx="614944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program starts and displays a menu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enters input values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selects the required operation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program processes the input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Calculation or logic operation is performed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result is displayed on the screen </a:t>
            </a:r>
          </a:p>
        </p:txBody>
      </p:sp>
    </p:spTree>
    <p:extLst>
      <p:ext uri="{BB962C8B-B14F-4D97-AF65-F5344CB8AC3E}">
        <p14:creationId xmlns:p14="http://schemas.microsoft.com/office/powerpoint/2010/main" val="1392968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A574B-346C-E6F5-F6AF-BBEEFBCB9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u="sng" dirty="0"/>
              <a:t>OUTPUT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CE8177-87BC-2DC5-CB55-5BD0CCDDAF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804" y="0"/>
            <a:ext cx="3331196" cy="6858000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2A4BDBB0-28F1-AA39-58EA-5790E07C6D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2523" y="1644492"/>
            <a:ext cx="7398951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program displays result based on selected operation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Shows decimal to binary conversion output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Shows binary to decimal conversion output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Displays arithmetic operation results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Displays logical operation results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 is clear and easy to understand </a:t>
            </a:r>
          </a:p>
        </p:txBody>
      </p:sp>
    </p:spTree>
    <p:extLst>
      <p:ext uri="{BB962C8B-B14F-4D97-AF65-F5344CB8AC3E}">
        <p14:creationId xmlns:p14="http://schemas.microsoft.com/office/powerpoint/2010/main" val="1901865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A7F2F-E760-55C4-307E-EDE1C0B62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u="sng" dirty="0"/>
              <a:t>CONCLUSION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560D5F-7B51-BEC4-5312-720BAD3027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6216" y="0"/>
            <a:ext cx="3605784" cy="6858000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D86291CD-2E3C-ABF4-CDD1-3F46549FC6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901942"/>
            <a:ext cx="7182852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Learned binary number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Performed arithmetic operations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Performed logical operations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Understood working of the program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 executed successfully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Useful for understanding basic computer operations </a:t>
            </a:r>
          </a:p>
        </p:txBody>
      </p:sp>
    </p:spTree>
    <p:extLst>
      <p:ext uri="{BB962C8B-B14F-4D97-AF65-F5344CB8AC3E}">
        <p14:creationId xmlns:p14="http://schemas.microsoft.com/office/powerpoint/2010/main" val="3696580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5105B-A2C5-2629-9CDD-99C689295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24327"/>
            <a:ext cx="10515600" cy="3552635"/>
          </a:xfrm>
        </p:spPr>
        <p:txBody>
          <a:bodyPr>
            <a:normAutofit/>
          </a:bodyPr>
          <a:lstStyle/>
          <a:p>
            <a:pPr marL="1371600" lvl="3" indent="0">
              <a:buNone/>
            </a:pPr>
            <a:r>
              <a:rPr lang="en-US" sz="6200" dirty="0"/>
              <a:t>           THANK YOU</a:t>
            </a:r>
            <a:endParaRPr lang="en-IN" sz="6200" dirty="0"/>
          </a:p>
        </p:txBody>
      </p:sp>
    </p:spTree>
    <p:extLst>
      <p:ext uri="{BB962C8B-B14F-4D97-AF65-F5344CB8AC3E}">
        <p14:creationId xmlns:p14="http://schemas.microsoft.com/office/powerpoint/2010/main" val="2120979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402</Words>
  <Application>Microsoft Office PowerPoint</Application>
  <PresentationFormat>Widescreen</PresentationFormat>
  <Paragraphs>79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SHRI RAMSWAROOP MEMORIAL UNIVERSITY</vt:lpstr>
      <vt:lpstr>INTRODUCTION</vt:lpstr>
      <vt:lpstr>OBJECTIVE</vt:lpstr>
      <vt:lpstr>CONCEPTS USED</vt:lpstr>
      <vt:lpstr>ARITHMETIC OPERATIONS</vt:lpstr>
      <vt:lpstr>LOGICAL OPERATIONS</vt:lpstr>
      <vt:lpstr>BINARY CONVERSION</vt:lpstr>
      <vt:lpstr>WORKING</vt:lpstr>
      <vt:lpstr>OUTPUT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Rinku vishwakarma</dc:creator>
  <cp:lastModifiedBy>Rinku vishwakarma</cp:lastModifiedBy>
  <cp:revision>2</cp:revision>
  <dcterms:created xsi:type="dcterms:W3CDTF">2026-04-27T17:54:01Z</dcterms:created>
  <dcterms:modified xsi:type="dcterms:W3CDTF">2026-04-27T18:09:02Z</dcterms:modified>
</cp:coreProperties>
</file>